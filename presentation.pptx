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Coding Tutor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Explaining Code for Beginners</a:t>
            </a:r>
          </a:p>
          <a:p>
            <a:pPr>
              <a:defRPr sz="2200"/>
            </a:pPr>
            <a:r>
              <a:t>Capstone 6 — AI Skills Course</a:t>
            </a:r>
          </a:p>
          <a:p>
            <a:pPr>
              <a:defRPr sz="2200"/>
            </a:pPr>
            <a:r>
              <a:t>Student: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Beginners can struggle with loops, functions, lists and files.</a:t>
            </a:r>
          </a:p>
          <a:p>
            <a:pPr>
              <a:defRPr sz="2200"/>
            </a:pPr>
            <a:r>
              <a:t>AI explanations are fast but can be inaccurate.</a:t>
            </a:r>
          </a:p>
          <a:p>
            <a:pPr>
              <a:defRPr sz="2200"/>
            </a:pPr>
            <a:r>
              <a:t>The learner must verify claims by executing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Study 10 short Python examples.</a:t>
            </a:r>
          </a:p>
          <a:p>
            <a:pPr>
              <a:defRPr sz="2200"/>
            </a:pPr>
            <a:r>
              <a:t>Compare AI explanations with actual outputs.</a:t>
            </a:r>
          </a:p>
          <a:p>
            <a:pPr>
              <a:defRPr sz="2200"/>
            </a:pPr>
            <a:r>
              <a:t>Record errors and safety concerns.</a:t>
            </a:r>
          </a:p>
          <a:p>
            <a:pPr>
              <a:defRPr sz="2200"/>
            </a:pPr>
            <a:r>
              <a:t>Create a tutor UI, quiz, guide and evaluation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3 and Streamlit</a:t>
            </a:r>
          </a:p>
          <a:p>
            <a:pPr>
              <a:defRPr sz="2200"/>
            </a:pPr>
            <a:r>
              <a:t>Google Colab for execution</a:t>
            </a:r>
          </a:p>
          <a:p>
            <a:pPr>
              <a:defRPr sz="2200"/>
            </a:pPr>
            <a:r>
              <a:t>ChatGPT, Gemini and/or Claude free tiers</a:t>
            </a:r>
          </a:p>
          <a:p>
            <a:pPr>
              <a:defRPr sz="2200"/>
            </a:pPr>
            <a:r>
              <a:t>GitHub for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Tutor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Choose an example in the sidebar.</a:t>
            </a:r>
          </a:p>
          <a:p>
            <a:pPr>
              <a:defRPr sz="2200"/>
            </a:pPr>
            <a:r>
              <a:t>Read code, expected output and explanation.</a:t>
            </a:r>
          </a:p>
          <a:p>
            <a:pPr>
              <a:defRPr sz="2200"/>
            </a:pPr>
            <a:r>
              <a:t>Use the prompt builder with an AI tool.</a:t>
            </a:r>
          </a:p>
          <a:p>
            <a:pPr>
              <a:defRPr sz="2200"/>
            </a:pPr>
            <a:r>
              <a:t>Run the code and complete the verification checklist.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Example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Print and arithmetic</a:t>
            </a:r>
          </a:p>
          <a:p>
            <a:pPr>
              <a:defRPr sz="2200"/>
            </a:pPr>
            <a:r>
              <a:t>Conditionals and loops</a:t>
            </a:r>
          </a:p>
          <a:p>
            <a:pPr>
              <a:defRPr sz="2200"/>
            </a:pPr>
            <a:r>
              <a:t>Functions</a:t>
            </a:r>
          </a:p>
          <a:p>
            <a:pPr>
              <a:defRPr sz="2200"/>
            </a:pPr>
            <a:r>
              <a:t>Lists and aggregation</a:t>
            </a:r>
          </a:p>
          <a:p>
            <a:pPr>
              <a:defRPr sz="2200"/>
            </a:pPr>
            <a:r>
              <a:t>File read/write</a:t>
            </a:r>
          </a:p>
          <a:p>
            <a:pPr>
              <a:defRPr sz="2200"/>
            </a:pPr>
            <a:r>
              <a:t>String splitting and word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output before running.</a:t>
            </a:r>
          </a:p>
          <a:p>
            <a:pPr>
              <a:defRPr sz="2200"/>
            </a:pPr>
            <a:r>
              <a:t>Ask AI for line-by-line explanation and trace.</a:t>
            </a:r>
          </a:p>
          <a:p>
            <a:pPr>
              <a:defRPr sz="2200"/>
            </a:pPr>
            <a:r>
              <a:t>Run in Python / Google Colab.</a:t>
            </a:r>
          </a:p>
          <a:p>
            <a:pPr>
              <a:defRPr sz="2200"/>
            </a:pPr>
            <a:r>
              <a:t>Compare claims with output and record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Log &amp;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Track syntax, logic and incorrect AI claims.</a:t>
            </a:r>
          </a:p>
          <a:p>
            <a:pPr>
              <a:defRPr sz="2200"/>
            </a:pPr>
            <a:r>
              <a:t>File mode 'w' may overwrite existing content.</a:t>
            </a:r>
          </a:p>
          <a:p>
            <a:pPr>
              <a:defRPr sz="2200"/>
            </a:pPr>
            <a:r>
              <a:t>Do not upload private information.</a:t>
            </a:r>
          </a:p>
          <a:p>
            <a:pPr>
              <a:defRPr sz="2200"/>
            </a:pPr>
            <a:r>
              <a:t>Never treat confident wording as proof.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&amp; Before/After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10-question beginner quiz included.</a:t>
            </a:r>
          </a:p>
          <a:p>
            <a:pPr>
              <a:defRPr sz="2200"/>
            </a:pPr>
            <a:r>
              <a:t>Collect real scores before and after learning.</a:t>
            </a:r>
          </a:p>
          <a:p>
            <a:pPr>
              <a:defRPr sz="2200"/>
            </a:pPr>
            <a:r>
              <a:t>Calculate averages and report limitations.</a:t>
            </a:r>
          </a:p>
          <a:p>
            <a:pPr>
              <a:defRPr sz="2200"/>
            </a:pPr>
            <a:r>
              <a:t>Do not invent participant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included UI uses prepared explanations.</a:t>
            </a:r>
          </a:p>
          <a:p>
            <a:pPr>
              <a:defRPr sz="2200"/>
            </a:pPr>
            <a:r>
              <a:t>It creates prompts but does not call AI APIs automatically.</a:t>
            </a:r>
          </a:p>
          <a:p>
            <a:pPr>
              <a:defRPr sz="2200"/>
            </a:pPr>
            <a:r>
              <a:t>Actual AI comparisons and screenshots must be collected by the student.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Demonstrate one loop or function example.</a:t>
            </a:r>
          </a:p>
          <a:p>
            <a:pPr>
              <a:defRPr sz="2200"/>
            </a:pPr>
            <a:r>
              <a:t>Show the prompt builder.</a:t>
            </a:r>
          </a:p>
          <a:p>
            <a:pPr>
              <a:defRPr sz="2200"/>
            </a:pPr>
            <a:r>
              <a:t>Run code and verify the output.</a:t>
            </a:r>
          </a:p>
          <a:p>
            <a:pPr>
              <a:defRPr sz="2200"/>
            </a:pPr>
            <a:r>
              <a:t>Open README and deliverable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